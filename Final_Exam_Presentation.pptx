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Travel &amp; Tour Booking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Exam Project</a:t>
            </a:r>
          </a:p>
          <a:p>
            <a:r>
              <a:t>Course: Best Programming Practices and Design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Topic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Topic: Design and Development of an Automated Travel and Tour Booking System.</a:t>
            </a:r>
          </a:p>
          <a:p>
            <a:r>
              <a:t>Case Study: Wanderlust Travels Ltd</a:t>
            </a:r>
          </a:p>
          <a:p>
            <a:r>
              <a:t>Problem Statement:</a:t>
            </a:r>
          </a:p>
          <a:p>
            <a:r>
              <a:t> - The company relies on manual booking processes using phone calls and Excel.</a:t>
            </a:r>
          </a:p>
          <a:p>
            <a:r>
              <a:t> - This leads to inefficiencies, double-bookings, and delayed payment tracking.</a:t>
            </a:r>
          </a:p>
          <a:p>
            <a:r>
              <a:t> - A centralized system is required to manage online bookings and track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Component Diagram (Functional)</a:t>
            </a:r>
          </a:p>
        </p:txBody>
      </p:sp>
      <p:pic>
        <p:nvPicPr>
          <p:cNvPr id="3" name="Picture 2" descr="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31775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Use Case Diagram</a:t>
            </a:r>
          </a:p>
        </p:txBody>
      </p:sp>
      <p:pic>
        <p:nvPicPr>
          <p:cNvPr id="3" name="Picture 2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399898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Class Diagram</a:t>
            </a:r>
          </a:p>
        </p:txBody>
      </p:sp>
      <p:pic>
        <p:nvPicPr>
          <p:cNvPr id="3" name="Picture 2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21079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Activity Diagram</a:t>
            </a:r>
          </a:p>
        </p:txBody>
      </p:sp>
      <p:pic>
        <p:nvPicPr>
          <p:cNvPr id="3" name="Picture 2" descr="activity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05667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Sequence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[Image sequence diagram.png not available]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Software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functional prototype using PHP, MySQL, HTML, and CSS.</a:t>
            </a:r>
          </a:p>
          <a:p>
            <a:r>
              <a:t>User Journeys: Login -&gt; Dashboard -&gt; Browse Tours -&gt; Book Tour -&gt; Logout.</a:t>
            </a:r>
          </a:p>
          <a:p>
            <a:r>
              <a:t>Input Processing: Forms for Registration, Login, and Booking are validated.</a:t>
            </a:r>
          </a:p>
          <a:p>
            <a:r>
              <a:t>Database: Actual MySQL database integration simulates real-time availability.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Best Programming Practices &amp; Design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Practices Used:</a:t>
            </a:r>
          </a:p>
          <a:p>
            <a:r>
              <a:t> - Meaningful variable names ($tour_id vs $x).</a:t>
            </a:r>
          </a:p>
          <a:p>
            <a:r>
              <a:t> - Single Responsibility Principle separated into modular files.</a:t>
            </a:r>
          </a:p>
          <a:p>
            <a:r>
              <a:t> - Clear comments explaining logic.</a:t>
            </a:r>
          </a:p>
          <a:p>
            <a:r>
              <a:t>Design Pattern: Repository Pattern</a:t>
            </a:r>
          </a:p>
          <a:p>
            <a:r>
              <a:t> - A TourRepository class encapsulates all database logic.</a:t>
            </a:r>
          </a:p>
          <a:p>
            <a:r>
              <a:t> - Frontend calls methods like getAllTours() instead of raw 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Dockerizing &amp;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Implementation:</a:t>
            </a:r>
          </a:p>
          <a:p>
            <a:r>
              <a:t> - The app is containerized using a Dockerfile and docker-compose.yml.</a:t>
            </a:r>
          </a:p>
          <a:p>
            <a:r>
              <a:t> - Containers include Apache Web Server and MySQL Database.</a:t>
            </a:r>
          </a:p>
          <a:p>
            <a:r>
              <a:t> - Eliminates environment inconsistencies across developer machines.</a:t>
            </a:r>
          </a:p>
          <a:p>
            <a:r>
              <a:t>Version Control:</a:t>
            </a:r>
          </a:p>
          <a:p>
            <a:r>
              <a:t> - Managed using Git.</a:t>
            </a:r>
          </a:p>
          <a:p>
            <a:r>
              <a:t> - .gitignore prevents pushing sensitive credentials like the .env 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Software Test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Goals:</a:t>
            </a:r>
          </a:p>
          <a:p>
            <a:r>
              <a:t> - Ensure the booking system prevents double bookings and secures user data.</a:t>
            </a:r>
          </a:p>
          <a:p>
            <a:r>
              <a:t>Test Cases (Normal &amp; Edge Cases):</a:t>
            </a:r>
          </a:p>
          <a:p>
            <a:r>
              <a:t> - TC01: User logs in with correct credentials -&gt; Dashboard</a:t>
            </a:r>
          </a:p>
          <a:p>
            <a:r>
              <a:t> - TC02: User tries to book more slots than available -&gt; Rejected</a:t>
            </a:r>
          </a:p>
          <a:p>
            <a:r>
              <a:t>Tools for Tracking:</a:t>
            </a:r>
          </a:p>
          <a:p>
            <a:r>
              <a:t> - PHPUnit for automated unit tests (e.g. TourRepositoryTest.php).</a:t>
            </a:r>
          </a:p>
          <a:p>
            <a:r>
              <a:t> - GitHub/GitLab Issues used as a Kanban board to track bugs.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